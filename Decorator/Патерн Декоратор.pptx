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Вітаю! Сьогодні розглянемо патерн Декоратор: яку проблему він розв’язує, як побудований і як його реалізувати на Ruby. Він також відомий як Wrapper, або Обгортка.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Ключова ідея: ми не змінюємо клас об’єкта й не створюємо підкласи, а загортаємо об’єкт в інший об’єкт із тим самим інтерфейсом. Саме тому патерн має другу назву, Обгортка.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Уявіть бібліотеку сповіщень з одним класом Notifier, що шле листи. Коли з’являються нові канали, найочевидніше рішення — наслідування: по підкласу на канал.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Так виглядає комбінаторний вибух: SMS, Facebook і Slack у всіх можливих поєднаннях. Додавання кожного нового каналу подвоює кількість класів.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Приклад з кнопкою зі статті на Хабрі: три обов’язки дають сім комбінацій. Десять обов’язків — уже 1023 класи, тому наслідування тут програє.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Декоратор будується на композиції. Базову відправку листів залишаємо в Notifier, а SMS і Slack стають обгортками. Клієнт загортає об’єкт у ті обгортки, які йому потрібні.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Замість наслідування використовуємо агрегацію: BaseDecorator зберігає посилання на Notifier. SMS, Facebook і Slack стають конкретними декораторами. Клієнт збирає потрібний стек обгорток і передає його застосунку.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Одяг можна надягати шарами, і ефекти складаються. Початковий клас при цьому не змінюється й дочірні класи не створюються.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Пройдемося по ролях. Компонент задає інтерфейс. Конкретний компонент має базову поведінку. Базовий декоратор тримає посилання на вкладений об’єкт. Конкретні декоратори додають своє, а клієнт збирає стек обгорток.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Загальна діаграма класів. Зверніть увагу на стрілку з ромбом: це агрегація, тобто базовий декоратор містить посилання на інший компонент і делегує йому роботу.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Дві головні ситуації. Перша: поведінку потрібно додавати динамічно й прозоро для клієнта. Друга: наслідування неможливе, наприклад клас закритий для успадкування.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Покроковий алгоритм із refactoring.guru. Далі на Ruby пройдемо всі ці кроки на прикладі напоїв.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Приклад із статті railsinsights про напої. Клас Drink задає інтерфейс з методами cost і description, а Coffee реалізує його: п’ять гривень і опис «Кава».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Базовий декоратор зберігає посилання на напій і просто переадресовує йому cost та description. MilkDecorator перевизначає їх: бере результат через super і додає гривню та слова «з молоком».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Клієнт загортає каву в молоко, а потім в цукор. Усі три об’єкти мають однаковий інтерфейс, тому в циклі ми працюємо з ними однаково. Ціна й опис накопичуються шар за шаром.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Тепер сценарій зі статті refactoring.guru. Базовий клас шле лист, а SMS і Slack стають декораторами. Метод названо notify, щоб не перевизначати стандартний Object#send у Ruby.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Клієнт складає стек: спочатку Notifier, потім SMS, потім Slack. Виклик notify проходить по всьому ланцюжку, і повідомлення потрапляє в усі канали. Чи не найкращий аргумент проти комбінаторного вибуху класів.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Цього прикладу немає в статтях, це ідіома стандартної бібліотеки Ruby. SimpleDelegator бере на себе зберігання обгорнутого об’єкта й делегування, тому в декораторі лишається тільки те, що він змінює. Клас Coffee беремо з попередніх слайдів.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Приклад з псевдокоду refactoring.guru. У файл записуються стиснуті й зашифровані дані, а клієнт працює з джерелом даних через той самий інтерфейс. Порядок обгорток задає клієнт під час конфігурації.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Діаграма класів прикладу із шифруванням і стисненням. Обидва декоратори наслідують базовий DataSourceDecorator і реалізують той самий інтерфейс, що й FileDataSource.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Головний плюс — гнучкість і відсутність комбінаторного вибуху. Ціна — велика кількість дрібних класів і складніша конфігурація глибоко вкладених обгорток.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Декоратор часто плутають з Адаптером, Замісником, Ланцюжком відповідальності, Компонувальником і Стратегією. Усі відмінності описані на refactoring.guru.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Дякую за увагу! Підсумок: Декоратор дає гнучку альтернативу наслідуванню. Джерела матеріалу вказані внизу слайда.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Ілюстрація: refactoring.guru Структурний патерн проєктування Декоратор Динамічно додаємо об’єктам нову поведінку, обгортаючи їх у корисні «обгортки» Також відомий як: Wrapper, Обгортка">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Суть патерну Декоратор — це структурний патерн, який дозволяє динамічно додавати об’єктам нову функціональність, обгортаючи їх у корисні «обгортки». Обгортка й об’єкт мають спільний інтерфейс Обгортки вкладаються одна в одну Поведінка додається під час виконання Патерн Декоратор">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Проблема Бібліотека сповіщень Основа бібліотеки — клас Notifier із методом send : він надсилає повідомлення адміністраторам електронною поштою. Згодом користувачі захотіли SMS, Facebook і Slack. Кожен новий канал — окремий підклас. Патерн Декоратор · Ілюстрації: refactoring.guru">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Проблема Усі комбінації каналів Щоб поєднувати канали, довелося б створити підклас для кожної комбінації. Три канали дають сім підкласів, а десять — уже 1023. Патерн Декоратор · Ілюстрації: refactoring.guru">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Проблема Комбінаторний вибух підкласів Кнопка: рамка, напис, іконка 7 класів-комбінацій (2³ − 1) Якщо обов’язків уже десять 1023 класи-комбінації (2¹⁰ − 1) Наслідування статичне: поведінку наявного об’єкта не змінити, лише створити новий з іншого підкласу. Одна поведінка за раз: успадкувати поведінку кількох класів одночасно не можна. Патерн Декоратор">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Рішення Композиція замість наслідування Один об’єкт містить посилання на інший і делегує йому роботу — агрегація або композиція замість наслідування. Обгортка й обгорнутий об’єкт мають спільний інтерфейс, тож клієнтові байдуже, з чистим чи з обгорнутим працювати. Обгорток може бути кілька — результат поєднує поведінку всіх одразу. SlackDecorator SmsDecorator Notifier (e-mail) Патерн Декоратор">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Рішення Декоратор для бібліотеки сповіщень Клієнт збирає стек: спершу Notifier, потім обгортки Facebook і Slack. Патерн Декоратор · Ілюстрації: refactoring.guru">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Аналогія з життя Одяг — це декоратори Ви Базовий об’єкт: початкова поведінка Светр Декоратор №1: захист від холоду Плащ Декоратор №2: захист від дощу Надягаючи светр, ви не перестаєте бути собою — лише отримуєте нову властивість. Патерн Декоратор · Ілюстрації: refactoring.guru">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Структура П’ять учасників патерну 1 Компонент Спільний інтерфейс обгорток та обгорнутих об’єктів 2 Конкретний компонент Базова поведінка, яку змінюють декоратори 3 Базовий декоратор Зберігає вкладений об’єкт і делегує йому всю роботу 4 Конкретні декоратори Додають поведінку до або після виклику обгорнутого 5 Клієнт Обгортає компоненти й декоратори через спільний інтерфейс Патерн Декоратор">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10" descr="Структура Діаграма класів патерну Конкретний компонент і базовий декоратор реалізують один інтерфейс Component . Базовий декоратор зберігає посилання на Component (ромб агрегації) і делегує йому виклики. Конкретні декоратори додають свою дію до або після виклику обгорнутого об’єкта. Клієнт збирає ланцюжок: Decorator → Decorator → Component. Патерн Декоратор · Ілюстрації: refactoring.guru">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lide 11" descr="Застосовність Коли використовувати Декоратор 01 Обов’язки «на льоту» Потрібно додавати об’єктам обов’язки під час виконання, непомітно для коду, який їх використовує. Клієнтам байдуже, з чим працювати — зі звичайним чи з обгорнутим об’єктом. 02 Наслідування недоступне У багатьох мовах є ключове слово final, що забороняє наслідування класу. Розширити такі класи можна лише за допомогою Декоратора. Патерн Декоратор">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lide 12" descr="Як реалізувати Сім кроків 1 Є один основний компонент і кілька опційних надбудов над ним 2 Створіть інтерфейс компонента, спільний для основи та надбудов 3 Помістіть основну бізнес-логіку в конкретний компонент 4 Створіть базовий декоратор: поле-посилання й делегування викликів 5 Конкретний компонент і базовий декоратор мають один інтерфейс 6 Конкретні декоратори виконують свою функцію до або після виклику обгорнутого 7 Клієнт сам відповідає за конфігурацію та порядок обгортання Патерн Декоратор">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Slide 13" descr="Ruby · крок 1 Компонент і конкретний компонент class Drink def cost raise NotImplementedError , 'Реалізуйте cost' end def description raise NotImplementedError , 'Реалізуйте description' end end class Coffee &lt; Drink def cost = 5.0 def description = 'Кава' end Drink Компонент: спільний інтерфейс напоїв і майбутніх декораторів Coffee Конкретний компонент: базова ціна й опис, які змінюватимуть декоратори Патерн Декоратор">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Slide 14" descr="Ruby · крок 2 Базовий і конкретний декоратор class DrinkDecorator &lt; Drink def initialize(drink) @drink = drink end def cost = @drink.cost def description = @drink.description end class MilkDecorator &lt; DrinkDecorator def cost = super + 1.0 def description = &quot;#{ super }, з молоком&quot; end DrinkDecorator Базовий декоратор: зберігає обгорнутий напій і делегує йому виклики MilkDecorator Конкретний: super кличе обгорнутий об’єкт, а далі додається своє Патерн Декоратор">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Slide 15" descr="Ruby · крок 3 Клієнт збирає стек обгорток class SugarDecorator &lt; DrinkDecorator def cost = super + 0.5 def description = &quot;#{ super }, з цукром&quot; end coffee = Coffee .new milk_coffee = MilkDecorator .new(coffee) sweet = SugarDecorator .new(milk_coffee) [coffee, milk_coffee, sweet].each do |drink| puts &quot;#{drink.description}: #{drink.cost} грн.&quot; end Результат Кава: 5.0 грн. Кава, з молоком: 6.0 грн. Кава, з молоком, з цукром: 6.5 грн. Кожна обгортка додає свою ціну та свій опис до того, що вже накопичено. Патерн Декоратор">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Slide 16" descr="Ruby · сповіщення Notifier і його декоратори class Notifier def notify(message) = puts ( &quot;Email: #{message}&quot; ) end class NotifierDecorator def initialize(wrappee) = @wrappee = wrappee def notify(message) = @wrappee.notify(message) end class SmsDecorator &lt; NotifierDecorator def notify(message) super puts &quot;SMS: #{message}&quot; end end Базова відправка Notifier шле лист, а NotifierDecorator делегує notify обгорнутому об’єкту SmsDecorator Спершу super (обгорнутий об’єкт), потім власна дія — надсилання SMS Патерн Декоратор">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Slide 17" descr="Ruby · сповіщення Клієнт обирає канали сам class SlackDecorator &lt; NotifierDecorator def notify(message) super puts &quot;Slack: #{message}&quot; end end notifier = Notifier .new notifier = SmsDecorator .new(notifier) notifier = SlackDecorator .new(notifier) notifier.notify( 'Пожежа в серверній!' ) Результат Email: Пожежа в серверній! SMS: Пожежа в серверній! Slack: Пожежа в серверній! Одне повідомлення йде одразу трьома каналами, а нових підкласів- комбінацій немає. Патерн Декоратор">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Slide 18" descr="Ruby-ідіома SimpleDelegator: менше шаблонного коду require 'delegate' class MilkDecorator &lt; SimpleDelegator def cost = super + 1.0 def description = &quot;#{ super }, з молоком&quot; end class SugarDecorator &lt; SimpleDelegator def cost = super + 0.5 def description = &quot;#{ super }, з цукром&quot; end drink = SugarDecorator .new( MilkDecorator .new( Coffee .new)) puts drink.description puts drink.cost Клас зі стандартної бібліотеки сам тримає обгорнутий об’єкт і делегує йому всі виклики. Ні initialize , ні базового декоратора писати не треба. Кава, з молоком, з цукром 6.5 Coffee — із попередніх слайдів. Патерн Декоратор">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Slide 19" descr="Порядок обгортання Стек обгорток: шифрування та стиснення Запис даних: зліва направо Клієнт SalaryManager Шифрування EncryptionDecorator Стиснення CompressionDecorator Файл FileDataSource Читання іде у зворотному порядку: файл → розпакування → розшифрування → клієнт. Клієнтський код нічого про це не знає. Патерн Декоратор">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Slide 20" descr="Порядок обгортання Структура прикладу з даними DataSource — спільний інтерфейс із методами writeData і readData. FileDataSource — конкретний компонент, що працює з файлом. EncryptionDecorator і CompressionDecorator шифрують і стискають дані; порядок обгортання обирає клієнт. Патерн Декоратор · Ілюстрації: refactoring.guru">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Slide 21" descr="Оцінка патерну Переваги та недоліки Переваги Гнучкіший за наслідування Додає обов’язки «на льоту» Можна додати кілька нових обов’язків одразу Кілька дрібних об’єктів замість одного «на всі випадки» Недоліки Важко конфігурувати багаторазово обгорнуті об’єкти Багато крихітних класів Патерн Декоратор">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Slide 22" descr="Зв’язки з іншими патернами Чим Декоратор відрізняється від схожих Патерн Відмінність Адаптер Інший інтерфейс; у Декоратора той самий або розширений Замісник Сам керує життям об’єкта; обгортанням Декораторів керує клієнт Ланцюжок відповідальності Обробник може перервати ланцюжок; декоратори — ні Компонувальник Багато дітей і підсумок їхніх результатів; Декоратор обгортає один об’єкт Стратегія Змінює поведінку «зсередини», а Декоратор — «ззовні» Патерн Декоратор">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Slide 23" descr="Підсумки Головне про Декоратор Обгортка додає поведінку, не змінюючи клас обгорнутого об’єкта. Спільний інтерфейс дозволяє вкладати обгортки одну в одну. У Ruby достатньо базового декоратора або SimpleDelegator, а порядок обгорток задає клієнт.">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Патерн Декоратор</dc:title>
  <dc:subject/>
  <dc:creator/>
  <cp:lastModifiedBy/>
  <cp:revision>1</cp:revision>
  <dcterms:created xsi:type="dcterms:W3CDTF">2026-10-13T18:57:17Z</dcterms:created>
  <dcterms:modified xsi:type="dcterms:W3CDTF">2026-10-13T18:57:17Z</dcterms:modified>
</cp:coreProperties>
</file>